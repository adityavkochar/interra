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 cap="flat" cmpd="sng">
            <a:solidFill>
              <a:srgbClr val="D9D3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lang="en-US" sz="5000" b="1" i="0" u="none" strike="noStrike" cap="non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sz="5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lang="en-US" sz="20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sz="2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77800" marR="0" lvl="0" indent="-17780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- 05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</a:t>
            </a:r>
            <a:r>
              <a:rPr lang="en-US" sz="16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smoothOperator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VITV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1 - Maitri Shah</a:t>
            </a:r>
            <a:r>
              <a:rPr lang="en-US" sz="1600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Email: maitri.shah2024@vitstudent.ac.in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2 – Aditya Vardhan Kochar, Email: aditya.vardhan2024@vitstudent.ac.in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3 – Adheesh Garg, Email: adheesh.garg2023@vitstudent.ac.in</a:t>
            </a:r>
            <a:endParaRPr dirty="0"/>
          </a:p>
          <a:p>
            <a:pPr marL="177800" marR="0" lvl="0" indent="-177800" algn="l" rtl="0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</a:t>
            </a:r>
            <a:r>
              <a:rPr lang="en-US" sz="1600" b="0" i="0" u="none" strike="noStrike" cap="none" dirty="0" err="1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Github</a:t>
            </a:r>
            <a:r>
              <a:rPr lang="en-US" sz="1600" b="0" i="0" u="none" strike="noStrike" cap="none" dirty="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link - https://github.com/Maitri-shah29/Interra</a:t>
            </a:r>
            <a:endParaRPr dirty="0"/>
          </a:p>
          <a:p>
            <a:pPr marL="177800" marR="0" lvl="0" indent="-7620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 dirty="0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6" name="Google Shape;96;p1" descr="hero_networ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People interrupt, hesitate, and correct themselves while an assistant is still working.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Interra stays in the conversation, runs tools in the background, and drops work the latest words made obsolete.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It must not claim a task is finished before the tool result exists, and it must not repeat a state-changing action.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scored set is Full-Duplex-Bench v3: 100 human recordings, 79 scenarios, 12 mock tools, and chains of one, two, or three calls.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sp>
        <p:nvSpPr>
          <p:cNvPr id="108" name="Google Shape;108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A half-duplex assistant listens, then thinks, then speaks. A correction during that wait is easy to miss.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A stale tool call can search, book, or change the wrong thing, or perform the same change twice.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Published full-duplex systems still lose score on self-corrections and multi-step tool chains.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Interra targets that gap: latest intent wins, tool results ground the reply, and each conversation starts fresh.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>
            <a:spLocks noGrp="1"/>
          </p:cNvSpPr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Silero VAD finds speech. LiveKit Inference Deepgram Nova-3 transcribes it.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LiveKit Inference GPT-4.1 mini chooses tools. Ollama Qwen 3 8B is an optional local fallback.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12 official mock tools run outside the event loop. LiveKit Inference Cartesia Sonic-3 speaks the result.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coordination runtime cancels obsolete work, rejects stale results, and blocks duplicate state changes.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Each benchmark room closes its session and worker job so speech connections are not left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sp>
        <p:nvSpPr>
          <p:cNvPr id="120" name="Google Shape;120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One command runs the benchmark: python scripts/fdb_v3.py all --force.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Demo: https://cursor.com/artifacts/v/art-65efdeb4-9b6f-4416-839a-875b82833f5a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extension is a second LiveKit session: python -m agent.extension_livekit start.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That session attaches only the latest camera frame to the next spoken turn. A newer frame replaces an older one.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camera session does not register the 12 benchmark tools.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Google Shape;126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Python 3.11 or 3.12. Dependencies are listed in requirements.txt.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LiveKit Agents. Credentials are LIVEKIT_URL, LIVEKIT_API_KEY, and LIVEKIT_API_SECRET. Keys stay out of Git.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Speech: LiveKit Inference deepgram/nova-3 and cartesia/sonic-3.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Tool calling: LiveKit Inference openai/gpt-4.1-mini.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Benchmark pin: DanielLin94144/Full-Duplex-Bench commit 3e799c45a045256f47d5f1c9cda90157e2d2ec9e, directory v3.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Google Shape;132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extension is camera-assisted device troubleshooting, outside the benchmark domains.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person can correct the device or the symptom while the camera is on.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agent uses the latest frame together with the latest words, and asks for a closer view when the image is unclear.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It does not claim a repair is complete.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use case counts when a 3 to 5 minute video shows this session working, after a benchmark interruption.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38" name="Google Shape;138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Best completed run: LiveKit Inference speech and GPT-4.1 mini. Strict pass 31/100. Turn-take 58/100. Silent 42. Inference failures 7.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Turn-taken tool selection 88.5%. Turn-taken argument accuracy 58.6%. All 100 recordings: tool selection 51.3%, argument accuracy 34.0%.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Average response latency 4.545 seconds on turn-taken recordings, excluding 6 interruptions.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Failures: 50 wrong tools, 19 wrong arguments. Finance and billing 68.0%. Ecommerce 37.9%. Housing 11.5%. Travel 0%. Hard items 23.3%.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35 rooms lost speech recognition to HTTP 429 and were silent. This run did not enable the organizer LLM judge.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sz="4400" b="1">
              <a:solidFill>
                <a:srgbClr val="704EA6"/>
              </a:solidFill>
            </a:endParaRPr>
          </a:p>
        </p:txBody>
      </p:sp>
      <p:sp>
        <p:nvSpPr>
          <p:cNvPr id="144" name="Google Shape;144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Use this 31/100 strict pass and 58/100 turn-take result until a later official run is better.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The session-close fix is in the agent and has not been re-scored. It is meant to stop speech connections piling up.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Recover silent travel recordings if the LiveKit project stays inside its inference quota.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Improve spelled identifiers, addresses, currency direction, and three-step tool chains.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Demo: https://cursor.com/artifacts/v/art-65efdeb4-9b6f-4416-839a-875b82833f5a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sz="4400" b="1" dirty="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Differentiation (Brownie Points)</a:t>
            </a:r>
            <a:endParaRPr sz="4400" b="1" dirty="0">
              <a:solidFill>
                <a:srgbClr val="704EA6"/>
              </a:solidFill>
            </a:endParaRPr>
          </a:p>
        </p:txBody>
      </p:sp>
      <p:sp>
        <p:nvSpPr>
          <p:cNvPr id="150" name="Google Shape;150;p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Official mock tools are called as written. Benchmark answers are not stored in the prompt or the code.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Each conversation starts with empty session state. Nothing is cached from the previous recording.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A tool result from an old plan cannot complete a request the person has already replaced.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Hosted models are declared. Evaluation does not call a team-owned server.</a:t>
            </a:r>
          </a:p>
          <a:p>
            <a:pPr marL="228600" lvl="0" indent="-228600" algn="l" rtl="0">
              <a:lnSpc>
                <a:spcPct val="100000"/>
              </a:lnSpc>
              <a:spcBef>
                <a:spcPts val="600"/>
              </a:spcBef>
              <a:buFont typeface="Arial"/>
              <a:buChar char="•"/>
            </a:pPr>
            <a:r>
              <a:rPr lang="en-US" sz="2000" dirty="0">
                <a:solidFill>
                  <a:srgbClr val="1F1F1F"/>
                </a:solidFill>
                <a:latin typeface="Calibri"/>
              </a:rPr>
              <a:t>Reproduction is one command after the LiveKit credentials and the pinned benchmark checkout.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lang="en-US" b="1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77800" lvl="0" indent="-177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(Y) https://github.com/Maitri-shah29/Interra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(Y)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 (Y) https://cursor.com/artifacts/v/art-65efdeb4-9b6f-4416-839a-875b82833f5a</a:t>
            </a:r>
            <a:endParaRPr sz="2800"/>
          </a:p>
          <a:p>
            <a:pPr marL="177800" lvl="0" indent="-17780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(Y) docs/Interra_Theme05.pptx</a:t>
            </a:r>
            <a:endParaRPr sz="2800"/>
          </a:p>
          <a:p>
            <a:pPr marL="0" lvl="0" indent="0" algn="l" rtl="0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lang="en-US" sz="4600" b="1" i="0" u="none" strike="noStrike" cap="non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4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1040</Words>
  <Application>Microsoft Office PowerPoint</Application>
  <PresentationFormat>Widescreen</PresentationFormat>
  <Paragraphs>73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Theme</vt:lpstr>
      <vt:lpstr>Existing Solutions &amp; Gaps</vt:lpstr>
      <vt:lpstr>Our Solutions &amp; Architecture Diagram</vt:lpstr>
      <vt:lpstr>Demo &amp; Product Walkthrough</vt:lpstr>
      <vt:lpstr>Tools and tech stack used</vt:lpstr>
      <vt:lpstr>Impact &amp; Use case</vt:lpstr>
      <vt:lpstr>Innovation highlights, results and limitations</vt:lpstr>
      <vt:lpstr>What’s next</vt:lpstr>
      <vt:lpstr>Differentiation (Brownie Points)</vt:lpstr>
      <vt:lpstr>Checklist- Updated on Public GitHub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MAITRI SHAH</cp:lastModifiedBy>
  <cp:revision>1</cp:revision>
  <dcterms:created xsi:type="dcterms:W3CDTF">2026-09-07T12:01:01Z</dcterms:created>
  <dcterms:modified xsi:type="dcterms:W3CDTF">2026-09-30T17:47:49Z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