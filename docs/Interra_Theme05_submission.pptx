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389f528b6c4367" /><Relationship Type="http://schemas.openxmlformats.org/officeDocument/2006/relationships/extended-properties" Target="/docProps/app.xml" Id="R61fe7622eead4a3a" /><Relationship Type="http://schemas.openxmlformats.org/officeDocument/2006/relationships/officeDocument" Target="/ppt/presentation.xml" Id="R9995ffd9db1a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a1276a04e6468a"/>
  </p:sldMasterIdLst>
  <p:notesMasterIdLst>
    <p:notesMasterId xmlns:r="http://schemas.openxmlformats.org/officeDocument/2006/relationships" r:id="R7d7e123272824140"/>
  </p:notesMasterIdLst>
  <p:sldIdLst>
    <p:sldId xmlns:r="http://schemas.openxmlformats.org/officeDocument/2006/relationships" id="256" r:id="R3a29e66571be4b1b"/>
    <p:sldId xmlns:r="http://schemas.openxmlformats.org/officeDocument/2006/relationships" id="257" r:id="R8fd3ca3db5fb4b18"/>
    <p:sldId xmlns:r="http://schemas.openxmlformats.org/officeDocument/2006/relationships" id="258" r:id="Rdbe7b3f021b54ccd"/>
    <p:sldId xmlns:r="http://schemas.openxmlformats.org/officeDocument/2006/relationships" id="259" r:id="R00e9a9beba9a44ec"/>
    <p:sldId xmlns:r="http://schemas.openxmlformats.org/officeDocument/2006/relationships" id="260" r:id="Rfafa861fb2b24b31"/>
    <p:sldId xmlns:r="http://schemas.openxmlformats.org/officeDocument/2006/relationships" id="261" r:id="Rbb8147bfb2144958"/>
    <p:sldId xmlns:r="http://schemas.openxmlformats.org/officeDocument/2006/relationships" id="262" r:id="Rba738b3f1ade4120"/>
    <p:sldId xmlns:r="http://schemas.openxmlformats.org/officeDocument/2006/relationships" id="263" r:id="R5edd82aad2fa41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4c0fbc76824984" /><Relationship Type="http://schemas.openxmlformats.org/officeDocument/2006/relationships/slideMaster" Target="/ppt/slideMasters/slideMaster1.xml" Id="Re5a1276a04e6468a" /><Relationship Type="http://schemas.openxmlformats.org/officeDocument/2006/relationships/notesMaster" Target="/ppt/notesMasters/notesMaster1.xml" Id="R7d7e123272824140" /><Relationship Type="http://schemas.openxmlformats.org/officeDocument/2006/relationships/presProps" Target="/ppt/presProps.xml" Id="R6471a173f1604bff" /><Relationship Type="http://schemas.openxmlformats.org/officeDocument/2006/relationships/viewProps" Target="/ppt/viewProps.xml" Id="R2c44ca1e694742bd" /><Relationship Type="http://schemas.openxmlformats.org/officeDocument/2006/relationships/tableStyles" Target="/ppt/tableStyles.xml" Id="R98460e98f8f148d1" /><Relationship Type="http://schemas.openxmlformats.org/officeDocument/2006/relationships/slide" Target="/ppt/slides/slide1.xml" Id="R3a29e66571be4b1b" /><Relationship Type="http://schemas.openxmlformats.org/officeDocument/2006/relationships/slide" Target="/ppt/slides/slide2.xml" Id="R8fd3ca3db5fb4b18" /><Relationship Type="http://schemas.openxmlformats.org/officeDocument/2006/relationships/slide" Target="/ppt/slides/slide3.xml" Id="Rdbe7b3f021b54ccd" /><Relationship Type="http://schemas.openxmlformats.org/officeDocument/2006/relationships/slide" Target="/ppt/slides/slide4.xml" Id="R00e9a9beba9a44ec" /><Relationship Type="http://schemas.openxmlformats.org/officeDocument/2006/relationships/slide" Target="/ppt/slides/slide5.xml" Id="Rfafa861fb2b24b31" /><Relationship Type="http://schemas.openxmlformats.org/officeDocument/2006/relationships/slide" Target="/ppt/slides/slide6.xml" Id="Rbb8147bfb2144958" /><Relationship Type="http://schemas.openxmlformats.org/officeDocument/2006/relationships/slide" Target="/ppt/slides/slide7.xml" Id="Rba738b3f1ade4120" /><Relationship Type="http://schemas.openxmlformats.org/officeDocument/2006/relationships/slide" Target="/ppt/slides/slide8.xml" Id="R5edd82aad2fa41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7d9fc8561c42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370346e32848c6" /><Relationship Type="http://schemas.openxmlformats.org/officeDocument/2006/relationships/notesMaster" Target="/ppt/notesMasters/notesMaster1.xml" Id="Rbd13c0f397124e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9fe57df3f04e6b" /><Relationship Type="http://schemas.openxmlformats.org/officeDocument/2006/relationships/notesMaster" Target="/ppt/notesMasters/notesMaster1.xml" Id="Raebd928184c142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6627706c4b4aef" /><Relationship Type="http://schemas.openxmlformats.org/officeDocument/2006/relationships/notesMaster" Target="/ppt/notesMasters/notesMaster1.xml" Id="R4867e9406dc44a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6a9031e94c4931" /><Relationship Type="http://schemas.openxmlformats.org/officeDocument/2006/relationships/notesMaster" Target="/ppt/notesMasters/notesMaster1.xml" Id="R32a00943ef6d42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699b4ad94441ba" /><Relationship Type="http://schemas.openxmlformats.org/officeDocument/2006/relationships/notesMaster" Target="/ppt/notesMasters/notesMaster1.xml" Id="R617977c9ed304c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3474b78aa0448a" /><Relationship Type="http://schemas.openxmlformats.org/officeDocument/2006/relationships/notesMaster" Target="/ppt/notesMasters/notesMaster1.xml" Id="Rd41d1f95279f41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4e66744e6f4c42" /><Relationship Type="http://schemas.openxmlformats.org/officeDocument/2006/relationships/notesMaster" Target="/ppt/notesMasters/notesMaster1.xml" Id="R2a3d9b81838e43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a7072d203044b5" /><Relationship Type="http://schemas.openxmlformats.org/officeDocument/2006/relationships/notesMaster" Target="/ppt/notesMasters/notesMaster1.xml" Id="R16af2ee61a404c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fba201d324f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e3a772934f4a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e2f35ba7e49f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aafbf495a346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421c6a69a47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f1614d60174d8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a588b19814f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4159d319484d5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ead3c65794f7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ba3e3828b45c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61b165bacd434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f144b91b4458b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BDEF6DC2-BCB8-443A-8143-DA3B97DB0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64303F11-9B09-45E4-8FF8-4859D835C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97EE11DA-B0E3-4078-BCF8-331B758BA6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0D8C3A9E-D129-4B7E-91AF-D87E443258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686BD020-BA08-48F6-9ED1-6F056F3278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47F26ECF-CB01-4791-A625-491AB7F664C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702EF39D-1168-4519-BE16-C68C7517A9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B533529A-46C0-4969-87E0-903FB7A432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FD9CECE9-223E-4510-B275-1197FAC73B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30F770AD-3B8A-4566-B882-E281078EAB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D16EC812-B9C9-4C0B-9F3C-6B18DE0F89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56A4446D-0B92-46A4-905B-3945D5A854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6B1208E8-B1E8-480E-B2B1-E1AE0002FB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A50E263A-C826-4F54-9DD5-6D98C87BFA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A8E83B27-6972-4382-A19E-2F0AF34E1C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3690BB50-97FD-4885-BF88-995D3D8C2F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E4A30B26-CCCC-4E24-9D37-606DFCEDC5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F80AAB1C-8CAD-485E-A280-2C1781A205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FEFC5EEB-1478-4FEC-A3C4-A7699837BF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CD06553F-C388-4913-98E9-8C140563E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5828B9DE-02A3-4DE8-B271-9A3654430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E56F1EEC-EEF1-4F6A-8A2A-6853B22F4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D151307D-8AC9-4252-AEF2-1DB0CAF3B7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18E26021-5E2B-411D-BEE8-1F277D9F4A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52B36C89-B8C6-42FA-BF48-3C113B1624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8B65AF01-994E-462E-BFB3-CACC602DE9D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7A799B8C-D0F8-464E-9E90-40E74350CB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92435B2F-579B-4B1A-943D-9637D3F1C6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8F194BAE-E3FE-45D7-BC01-A0B746AC99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93E1293E-DBE0-478C-A0EE-EF2658D95A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4D1178E6-C2F9-41E3-AE06-A419D97BE0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A279B8DF-649F-4E65-BA13-A8E6941D3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73A6501C-9E6A-4F7C-9FCC-87097DCB82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99CAE481-31FB-4C61-8055-A8A5F2A8A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878AAEF1-CE4B-4241-AAAD-984D1B4758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F87E867D-0957-4A09-9751-F5A82C363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ECBB1B1B-8219-4FA9-9A48-FC539E6CA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7E671226-A666-4E1D-AF16-F46E2D8D99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E76DBD83-4AE7-45FE-8665-98ABED2CF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B2C29BFE-ABA7-403E-B19D-537A86BF41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1EBF0566-54F5-40FF-9F56-2CFD3D44D5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F37805E4-9C7D-4051-8348-7FA252AA70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95D88A19-184B-406C-A877-14524E7D8E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3FD1E54D-B7BC-48D0-93A2-F76F3ECFCA97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A174C9B6-46C3-482E-A6B9-04114AC59E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1C856CF4-2DFE-476D-A28C-D9C97BFE3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ADDADC02-CAD8-48EF-B6AB-B83BCA6FF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9B15B0B5-577F-4F0A-BD85-6154548C3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3F4DCDE0-0827-44C1-B801-6FA8A09AD4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023DBB2E-3965-4118-935B-55E501C971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6C83FCC7-FDCD-478B-8DAB-D0AFBDE78C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01917116-9B1F-4A08-9CE8-D86AC1BD5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EFACF98A-E1B0-4AC5-BAEC-58CDBCCD3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E0D3DD95-DB3B-4A3A-BFBF-B9624EA805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69AA1A61-4C3D-4073-B1AF-8F36475F50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C7426A4B-ED26-4F49-A845-789AEED71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55A3B83A-F73B-4F66-B407-E2A4D25A13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1BF14B80-EB82-4295-8C1C-06E8B7F9E7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7def6ddfa847ca" /><Relationship Type="http://schemas.openxmlformats.org/officeDocument/2006/relationships/slideLayout" Target="/ppt/slideLayouts/slideLayout1.xml" Id="R884d6647d33f45db" /><Relationship Type="http://schemas.openxmlformats.org/officeDocument/2006/relationships/slideLayout" Target="/ppt/slideLayouts/slideLayout2.xml" Id="R92d523fd74e7479b" /><Relationship Type="http://schemas.openxmlformats.org/officeDocument/2006/relationships/slideLayout" Target="/ppt/slideLayouts/slideLayout3.xml" Id="Rdd23944347bf4b6d" /><Relationship Type="http://schemas.openxmlformats.org/officeDocument/2006/relationships/slideLayout" Target="/ppt/slideLayouts/slideLayout4.xml" Id="R7ac850a7104b4f3c" /><Relationship Type="http://schemas.openxmlformats.org/officeDocument/2006/relationships/slideLayout" Target="/ppt/slideLayouts/slideLayout5.xml" Id="Rb815f96ba0e84da5" /><Relationship Type="http://schemas.openxmlformats.org/officeDocument/2006/relationships/slideLayout" Target="/ppt/slideLayouts/slideLayout6.xml" Id="Rdedd8a396596439e" /><Relationship Type="http://schemas.openxmlformats.org/officeDocument/2006/relationships/slideLayout" Target="/ppt/slideLayouts/slideLayout7.xml" Id="Ra1292410de45464d" /><Relationship Type="http://schemas.openxmlformats.org/officeDocument/2006/relationships/slideLayout" Target="/ppt/slideLayouts/slideLayout8.xml" Id="Rcd768a6957b34dff" /><Relationship Type="http://schemas.openxmlformats.org/officeDocument/2006/relationships/slideLayout" Target="/ppt/slideLayouts/slideLayout9.xml" Id="R9565dff3296e4e31" /><Relationship Type="http://schemas.openxmlformats.org/officeDocument/2006/relationships/slideLayout" Target="/ppt/slideLayouts/slideLayout10.xml" Id="R383b8eea2d664597" /><Relationship Type="http://schemas.openxmlformats.org/officeDocument/2006/relationships/slideLayout" Target="/ppt/slideLayouts/slideLayout11.xml" Id="R1eeb3ad6e4124875" /><Relationship Type="http://schemas.openxmlformats.org/officeDocument/2006/relationships/slideLayout" Target="/ppt/slideLayouts/slideLayout12.xml" Id="R9a62a5f67c9548b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C6D9F933-F736-44C2-BEDD-57EB61A512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939778B0-8F6A-47A2-BC0F-7ED56B19E4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FB94C013-5A6E-4139-AF78-999523D85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FFFC8DA0-0C13-4D20-B332-3D49C3D98A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1017D4C6-0C4B-4B91-99D8-8A6E32A82E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4d6647d33f45db"/>
    <p:sldLayoutId xmlns:r="http://schemas.openxmlformats.org/officeDocument/2006/relationships" id="2147483650" r:id="R92d523fd74e7479b"/>
    <p:sldLayoutId xmlns:r="http://schemas.openxmlformats.org/officeDocument/2006/relationships" id="2147483651" r:id="Rdd23944347bf4b6d"/>
    <p:sldLayoutId xmlns:r="http://schemas.openxmlformats.org/officeDocument/2006/relationships" id="2147483652" r:id="R7ac850a7104b4f3c"/>
    <p:sldLayoutId xmlns:r="http://schemas.openxmlformats.org/officeDocument/2006/relationships" id="2147483653" r:id="Rb815f96ba0e84da5"/>
    <p:sldLayoutId xmlns:r="http://schemas.openxmlformats.org/officeDocument/2006/relationships" id="2147483654" r:id="Rdedd8a396596439e"/>
    <p:sldLayoutId xmlns:r="http://schemas.openxmlformats.org/officeDocument/2006/relationships" id="2147483655" r:id="Ra1292410de45464d"/>
    <p:sldLayoutId xmlns:r="http://schemas.openxmlformats.org/officeDocument/2006/relationships" id="2147483656" r:id="Rcd768a6957b34dff"/>
    <p:sldLayoutId xmlns:r="http://schemas.openxmlformats.org/officeDocument/2006/relationships" id="2147483657" r:id="R9565dff3296e4e31"/>
    <p:sldLayoutId xmlns:r="http://schemas.openxmlformats.org/officeDocument/2006/relationships" id="2147483658" r:id="R383b8eea2d664597"/>
    <p:sldLayoutId xmlns:r="http://schemas.openxmlformats.org/officeDocument/2006/relationships" id="2147483659" r:id="R1eeb3ad6e4124875"/>
    <p:sldLayoutId xmlns:r="http://schemas.openxmlformats.org/officeDocument/2006/relationships" id="2147483660" r:id="R9a62a5f67c9548b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f89998ead4573" /><Relationship Type="http://schemas.openxmlformats.org/officeDocument/2006/relationships/image" Target="/ppt/media/image.png" Id="Rb9543fdce7f640d5" /><Relationship Type="http://schemas.openxmlformats.org/officeDocument/2006/relationships/notesSlide" Target="/ppt/notesSlides/notesSlide1.xml" Id="R329e41e49bd5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e8508ae9b34d05" /><Relationship Type="http://schemas.openxmlformats.org/officeDocument/2006/relationships/notesSlide" Target="/ppt/notesSlides/notesSlide2.xml" Id="Ra9db527df9f345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e74cc996a473b" /><Relationship Type="http://schemas.openxmlformats.org/officeDocument/2006/relationships/notesSlide" Target="/ppt/notesSlides/notesSlide3.xml" Id="R640bdc6e88e847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686a77d07e4720" /><Relationship Type="http://schemas.openxmlformats.org/officeDocument/2006/relationships/notesSlide" Target="/ppt/notesSlides/notesSlide4.xml" Id="R41dea0f8a1524a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b823f8b9984273" /><Relationship Type="http://schemas.openxmlformats.org/officeDocument/2006/relationships/notesSlide" Target="/ppt/notesSlides/notesSlide5.xml" Id="R553697e2e0d749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bd4e3abb5848fe" /><Relationship Type="http://schemas.openxmlformats.org/officeDocument/2006/relationships/notesSlide" Target="/ppt/notesSlides/notesSlide6.xml" Id="R450a5d484d214f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9d0044f0d44e59" /><Relationship Type="http://schemas.openxmlformats.org/officeDocument/2006/relationships/notesSlide" Target="/ppt/notesSlides/notesSlide7.xml" Id="Rba968d6a245743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69c546358e4374" /><Relationship Type="http://schemas.openxmlformats.org/officeDocument/2006/relationships/notesSlide" Target="/ppt/notesSlides/notesSlide8.xml" Id="R6db702cca0b9432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48B32EBD-E551-4D40-AD47-175DB539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D9D3F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07F4282C-E564-45EF-A8A0-6A5C1E46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21BC1C3B-DFFF-44A7-A7F3-E8B55B8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BD97A2B6-B023-43AF-BA93-99A24158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736595BE-D1B2-4107-B973-C4DB1BE6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B1B3045F-DB81-48E2-AB3C-2466E8C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10128"/>
            <a:ext cx="585216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Theme ID - 05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Team Name -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smoothOperator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College Name - VITV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1 - Maitri Shah</a:t>
            </a:r>
            <a:r>
              <a:rPr sz="16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Email: maitri.shah2024@vitstudent.ac.in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2 – Aditya Vardhan Kochar, Email: aditya.vardhan2024@vitstudent.ac.in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3 – Adheesh Garg, Email: adheesh.garg2023@vitstudent.ac.in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Submission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Github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link - https://github.com/Maitri-shah29/Interra</a:t>
            </a:r>
            <a:endParaRPr/>
          </a:p>
          <a:p xmlns:a="http://schemas.openxmlformats.org/drawingml/2006/main">
            <a:pPr marL="177800" marR="0" lvl="0" indent="-76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cap="none">
              <a:solidFill>
                <a:srgbClr val="63637E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3" name="Google Shape;96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543fdce7f640d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43048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DE264B8D-66BA-44B4-9511-1344C18D5A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Interra: interruption and self-correction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752B680C-B4AA-43F6-BAEC-B501C24673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People interrupt, hesitate, and correct themselves while an assistant is working.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LiveKit voice agent handles overlapping speech and tool calls, with replies grounded in the official mock backend.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retained coordination runtime separately tests stale-result rejection and duplicate-write protection. Those guarantees are not yet integrated into the LiveKit adapter.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Full-Duplex-Bench v3: 100 human recordings, 79 scenarios, 12 tools, and one to three dependent calls.</a:t>
            </a:r>
          </a:p>
        </p:txBody>
      </p:sp>
    </p:spTree>
    <p:extLst>
      <p:ext uri="{BB962C8B-B14F-4D97-AF65-F5344CB8AC3E}">
        <p14:creationId xmlns:p14="http://schemas.microsoft.com/office/powerpoint/2010/main" val="639515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0513071F-384C-400C-8A8F-44FA74D766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Voice architecture and safety boundary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FDD82B82-9C34-4CCA-8A05-3D72321EF9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room + Silero VAD → Deepgram Nova-3 → GPT-4.1 mini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GPT-4.1 mini → 12 official mock tools → Cartesia Sonic-3 → spoken reply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Mock tools execute in threads; room IDs and timestamps tie calls to their recordings. The official backend and evaluator are unchanged.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handles turn interruption. Each job owns session cleanup and a bounded drain after disconnect.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earlier custom state manager and duplicate-write ledger remain separate from this measured adapter.</a:t>
            </a:r>
          </a:p>
        </p:txBody>
      </p:sp>
    </p:spTree>
    <p:extLst>
      <p:ext uri="{BB962C8B-B14F-4D97-AF65-F5344CB8AC3E}">
        <p14:creationId xmlns:p14="http://schemas.microsoft.com/office/powerpoint/2010/main" val="11848979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9F1FF2CE-9511-4385-8C4B-6E08D1FE3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E457468E-32B3-4739-B211-480C2A86F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Fresh-checkout reproduction: python scripts/reproduce.py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Extension worker: python -m agent.extension_livekit start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linked participant’s latest camera frame joins the next spoken turn. Older images and unsubscribed frames are discarded.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recording discards the late Delhi result and finishes with destination Mumbai.</a:t>
            </a:r>
          </a:p>
        </p:txBody>
      </p:sp>
    </p:spTree>
    <p:extLst>
      <p:ext uri="{BB962C8B-B14F-4D97-AF65-F5344CB8AC3E}">
        <p14:creationId xmlns:p14="http://schemas.microsoft.com/office/powerpoint/2010/main" val="3057614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DC0E512D-DA56-4B1C-9678-F6032F695C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66BD0B64-266C-440E-B21B-281A497538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extension is camera-assisted device troubleshooting, outside the benchmark domains.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person can correct the device or the symptom while the camera is on.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agent uses the latest frame together with the latest words, and asks for a closer view when the image is unclear.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It does not claim a repair is complete.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</a:t>
            </a:r>
          </a:p>
        </p:txBody>
      </p:sp>
    </p:spTree>
    <p:extLst>
      <p:ext uri="{BB962C8B-B14F-4D97-AF65-F5344CB8AC3E}">
        <p14:creationId xmlns:p14="http://schemas.microsoft.com/office/powerpoint/2010/main" val="15031252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538804F0-3CB6-47FB-AA80-319CEC1BB4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Measured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02EC553D-8C51-48BC-B575-3FB4700AE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Best completed hosted run: 31/100 strict pass; 58/100 turn-take; 42 silent recordings; 7 inference failures.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Tool selection: 88.5% on turn-taken recordings, 51.3% across all 100. Argument accuracy: 58.6% and 34.0%, respectively.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Mean response latency: 4.545 seconds, excluding 6 early interruptions among 58 turn-taken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Failures: 50 wrong tools and 19 wrong arguments. STT HTTP 429 occurred in 35 silent rooms.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optional LLM judge was disabled. These reports measure the archived source, before the latest fixes.</a:t>
            </a:r>
          </a:p>
        </p:txBody>
      </p:sp>
    </p:spTree>
    <p:extLst>
      <p:ext uri="{BB962C8B-B14F-4D97-AF65-F5344CB8AC3E}">
        <p14:creationId xmlns:p14="http://schemas.microsoft.com/office/powerpoint/2010/main" val="4678364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96A9082A-3BCE-40F3-9675-15E327BC3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70BEFF52-BEFC-43D7-9A94-98E6FED8E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latest Kaggle attempt was canceled and needs the corrected notebook imported. Keep the completed 31/100 strict-pass baseline until a better official result is verified.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Lifecycle fixes target leaked speech connections. Argument fixes handle pet filters, typed filter values and spelled identifiers. Their score remains pending.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Improve silent recordings, response latency and multi-step reasoning using fresh measured traces.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https://cursor.com/artifacts/v/art-65efdeb4-9b6f-4416-839a-875b82833f5a. Confirm the registered team name and tag the final revision.</a:t>
            </a:r>
          </a:p>
        </p:txBody>
      </p:sp>
    </p:spTree>
    <p:extLst>
      <p:ext uri="{BB962C8B-B14F-4D97-AF65-F5344CB8AC3E}">
        <p14:creationId xmlns:p14="http://schemas.microsoft.com/office/powerpoint/2010/main" val="11664217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6735474A-3C97-4F1D-B0A4-54FB8202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Submission evidence and remaining work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3CB2F2E0-A239-4DD5-BE18-0FE70C570E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Repository: https://github.com/Maitri-shah29/Interra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README: install/configure/evaluate with python scripts/reproduce.py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Evidence: docs/results/ contains official reports, logs, 100 recording results, measured source and configuration hashes.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Presentation: eight slides using the organizer template; updated participant guide sets the slide limit.</a:t>
            </a:r>
            <a:endParaRPr sz="2800"/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https://cursor.com/artifacts/v/art-65efdeb4-9b6f-4416-839a-875b82833f5a. Remaining: registered team-name confirmation and the final tag.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966671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2026-09-30T18:28:03.1680000Z</dcterms:created>
  <dcterms:modified xsi:type="dcterms:W3CDTF">2026-09-30T18:28:03.1680000Z</dcterms:modified>
</coreProperties>
</file>